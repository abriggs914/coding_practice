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C41BA-C400-8003-6743-CE756254C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DBF68D-0EC6-7F6B-89A8-6174672DD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0006E-F113-C611-FDBE-B44327B4A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27D3-C263-4E29-8F3E-BD949051A466}" type="datetimeFigureOut">
              <a:rPr lang="en-CA" smtClean="0"/>
              <a:t>2026-02-28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316C6-374F-9454-0F8D-F644F5A72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88919-018B-FB95-9344-079F5B940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28E92-AE85-444E-B202-C46DC9CA05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3353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B4C04-766B-8F0C-FFE1-C14DCA203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095F6-2A16-185D-3B64-43C6BBC6E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66AF0-1DCC-6D4E-F749-DBDADC7C5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27D3-C263-4E29-8F3E-BD949051A466}" type="datetimeFigureOut">
              <a:rPr lang="en-CA" smtClean="0"/>
              <a:t>2026-02-28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26226-471D-CD18-81D7-A170BE2F9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06BB6-5D30-7C13-61EE-8057B39D0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28E92-AE85-444E-B202-C46DC9CA05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530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83941-619A-A33A-EA4B-D640F09B2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620A1-ECB7-8D41-CE47-4F5D4F313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5BEAF-2CA1-45EC-F59C-BE63F44A5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27D3-C263-4E29-8F3E-BD949051A466}" type="datetimeFigureOut">
              <a:rPr lang="en-CA" smtClean="0"/>
              <a:t>2026-02-28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C09D-1DB7-847D-B140-A4CAA9D3F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A8F8E-805D-417A-65F0-C87306C69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28E92-AE85-444E-B202-C46DC9CA05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3999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1E75F-CA2F-316B-7F6A-262C2A662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01793-4DD8-6521-AED1-831C4658CC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A9D4D3-20EB-DBDE-FCB3-BB22BDD1A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84AE9-AA23-A7FD-7144-59E3D5FFA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27D3-C263-4E29-8F3E-BD949051A466}" type="datetimeFigureOut">
              <a:rPr lang="en-CA" smtClean="0"/>
              <a:t>2026-02-28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96F7AA-187F-3440-3AA3-74D1632ED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48ED21-46AA-C964-8DBC-860318381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28E92-AE85-444E-B202-C46DC9CA05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951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446B5-78FC-4A9D-2C3B-F799DF45C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586F6-3D62-C4A1-70D8-9C3C55047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B4ACD0-EAE7-0B18-9ECB-A512D521E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DED8CB-9DBA-A849-F110-02B56C274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64125C-4C82-D184-9300-6C19F1D2BC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EA81B-7AF6-4B67-7DF4-8686CC5D2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27D3-C263-4E29-8F3E-BD949051A466}" type="datetimeFigureOut">
              <a:rPr lang="en-CA" smtClean="0"/>
              <a:t>2026-02-28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186B7D-2B0F-FBFA-C11F-5E2DA36FF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5995AB-D7C0-B6C5-FC6C-F6E1969F7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28E92-AE85-444E-B202-C46DC9CA05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9397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3E934-CDB7-C5E9-6BA3-0DD8AD673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5CA003-95B5-8F79-22AE-866A40BCF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27D3-C263-4E29-8F3E-BD949051A466}" type="datetimeFigureOut">
              <a:rPr lang="en-CA" smtClean="0"/>
              <a:t>2026-02-28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5CEEE2-435F-7A6B-565B-05835B6FC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356077-4C7B-B79A-AF5F-22373D199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28E92-AE85-444E-B202-C46DC9CA05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6518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A00E17-779C-F278-7D5D-2989DDC5C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27D3-C263-4E29-8F3E-BD949051A466}" type="datetimeFigureOut">
              <a:rPr lang="en-CA" smtClean="0"/>
              <a:t>2026-02-28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83C4A2-D0D6-DA09-B0DE-0CCADFC6D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4E2D7-455D-9923-3376-F6002C43B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28E92-AE85-444E-B202-C46DC9CA05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9303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947D8-5909-7CCD-1888-7BA1398BF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E05CC-D3CF-2198-99A7-594391A20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3FDA1-5471-DDBD-9586-48220BA3E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19504-DDB0-6C1F-FE9E-37A7DB1FE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27D3-C263-4E29-8F3E-BD949051A466}" type="datetimeFigureOut">
              <a:rPr lang="en-CA" smtClean="0"/>
              <a:t>2026-02-28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1400B-0A32-9660-E24F-3DBECD3F0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F0525E-A4A9-CC12-2032-29564374C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28E92-AE85-444E-B202-C46DC9CA05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0860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E3615-EC16-3D69-22E1-9F7F90C76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C2E27E-E371-7883-5BFC-C7C140B6A6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928CC1-C93E-FEDF-4D99-7AE53C3D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3E0BD-7E22-1105-C9A0-84A1D1125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27D3-C263-4E29-8F3E-BD949051A466}" type="datetimeFigureOut">
              <a:rPr lang="en-CA" smtClean="0"/>
              <a:t>2026-02-28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46A87-72DA-C1E3-83CA-45D9BAC21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274AD-16A8-054D-D7E8-56164D920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28E92-AE85-444E-B202-C46DC9CA05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547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7D274-357C-11FB-D12B-0B2F089B9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CDEC32-B684-9DB3-BD90-5F007A715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91711-DDF4-F558-44DA-D7755214C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27D3-C263-4E29-8F3E-BD949051A466}" type="datetimeFigureOut">
              <a:rPr lang="en-CA" smtClean="0"/>
              <a:t>2026-02-28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498A9-8849-515A-1535-2EAE896EE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5EBDE-3E0A-9732-E198-01A8BD24E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28E92-AE85-444E-B202-C46DC9CA05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9969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D13663-F949-F68D-30BB-306B064EF5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5DD48D-F973-7785-47D2-94245AE5F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52C18-EEA9-FC71-E22A-8C2E572B7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927D3-C263-4E29-8F3E-BD949051A466}" type="datetimeFigureOut">
              <a:rPr lang="en-CA" smtClean="0"/>
              <a:t>2026-02-28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826BE-7F1C-F2BE-631D-23D978AC5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A748C-FE42-1637-EBC1-D683110CA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28E92-AE85-444E-B202-C46DC9CA05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9380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1F2EFA-9B29-7A9C-8A03-1E5AA5E2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A139C-0674-D5A5-DE3D-E2076B7A1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DF1BD-01D9-9360-BA15-97FA1E48A3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1927D3-C263-4E29-8F3E-BD949051A466}" type="datetimeFigureOut">
              <a:rPr lang="en-CA" smtClean="0"/>
              <a:t>2026-02-28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69220-C71A-C580-E347-818CF7DAAD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7739A-AB66-A919-3E83-F4B8571E7C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28E92-AE85-444E-B202-C46DC9CA050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7621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9CAAF4-F8B4-CFA2-2CC2-41A06D868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008" y="0"/>
            <a:ext cx="9263983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30D4C03-EF53-A41E-6D9B-8EE92CA9CF4A}"/>
              </a:ext>
            </a:extLst>
          </p:cNvPr>
          <p:cNvSpPr/>
          <p:nvPr/>
        </p:nvSpPr>
        <p:spPr>
          <a:xfrm>
            <a:off x="1722268" y="692458"/>
            <a:ext cx="461639" cy="4438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awayLogo</a:t>
            </a:r>
            <a:endParaRPr lang="en-CA" sz="1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16FBDC-4A2D-FAD0-4B1E-D53583579E6A}"/>
              </a:ext>
            </a:extLst>
          </p:cNvPr>
          <p:cNvSpPr/>
          <p:nvPr/>
        </p:nvSpPr>
        <p:spPr>
          <a:xfrm>
            <a:off x="1732624" y="1191088"/>
            <a:ext cx="461639" cy="4438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homeLogo</a:t>
            </a:r>
            <a:endParaRPr lang="en-CA" sz="1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2B4959-1A59-D96B-8BAC-770EB5F0B65D}"/>
              </a:ext>
            </a:extLst>
          </p:cNvPr>
          <p:cNvSpPr/>
          <p:nvPr/>
        </p:nvSpPr>
        <p:spPr>
          <a:xfrm>
            <a:off x="2247531" y="692457"/>
            <a:ext cx="1197005" cy="24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awayTeamName</a:t>
            </a:r>
            <a:endParaRPr lang="en-CA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EDF003-78B4-AEEA-BF20-B45E627B0F40}"/>
              </a:ext>
            </a:extLst>
          </p:cNvPr>
          <p:cNvSpPr/>
          <p:nvPr/>
        </p:nvSpPr>
        <p:spPr>
          <a:xfrm>
            <a:off x="2249009" y="942512"/>
            <a:ext cx="1197005" cy="24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awaySoG</a:t>
            </a:r>
            <a:endParaRPr lang="en-CA" sz="1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17D5C5-1EAA-AAA3-0D55-C161BA63D050}"/>
              </a:ext>
            </a:extLst>
          </p:cNvPr>
          <p:cNvSpPr/>
          <p:nvPr/>
        </p:nvSpPr>
        <p:spPr>
          <a:xfrm>
            <a:off x="2246053" y="1188125"/>
            <a:ext cx="1197005" cy="24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homeTeamName</a:t>
            </a:r>
            <a:endParaRPr lang="en-CA" sz="1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BB5533-A405-F270-1671-A5CFD4490C8B}"/>
              </a:ext>
            </a:extLst>
          </p:cNvPr>
          <p:cNvSpPr/>
          <p:nvPr/>
        </p:nvSpPr>
        <p:spPr>
          <a:xfrm>
            <a:off x="2247531" y="1438180"/>
            <a:ext cx="1197005" cy="2411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homeSoG</a:t>
            </a:r>
            <a:endParaRPr lang="en-CA" sz="1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38AFB2-4B7F-B821-DE58-7F6D577B0BA2}"/>
              </a:ext>
            </a:extLst>
          </p:cNvPr>
          <p:cNvSpPr/>
          <p:nvPr/>
        </p:nvSpPr>
        <p:spPr>
          <a:xfrm>
            <a:off x="1722267" y="220461"/>
            <a:ext cx="461639" cy="347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period</a:t>
            </a:r>
            <a:endParaRPr lang="en-CA" sz="1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DD51B4-462F-ED85-2187-A300F630FBDD}"/>
              </a:ext>
            </a:extLst>
          </p:cNvPr>
          <p:cNvSpPr/>
          <p:nvPr/>
        </p:nvSpPr>
        <p:spPr>
          <a:xfrm>
            <a:off x="2207929" y="221937"/>
            <a:ext cx="558583" cy="347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time</a:t>
            </a:r>
            <a:endParaRPr lang="en-CA" sz="1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703A75-23F3-2060-9AEF-E6018A77CA0E}"/>
              </a:ext>
            </a:extLst>
          </p:cNvPr>
          <p:cNvSpPr/>
          <p:nvPr/>
        </p:nvSpPr>
        <p:spPr>
          <a:xfrm>
            <a:off x="1710779" y="1849515"/>
            <a:ext cx="2976631" cy="7072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goalScorer_1</a:t>
            </a:r>
            <a:endParaRPr lang="en-CA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B8B03F-D5E4-9750-9816-380ED4CCA4E6}"/>
              </a:ext>
            </a:extLst>
          </p:cNvPr>
          <p:cNvSpPr/>
          <p:nvPr/>
        </p:nvSpPr>
        <p:spPr>
          <a:xfrm>
            <a:off x="4758431" y="1849514"/>
            <a:ext cx="1180058" cy="7072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goalScorer_2</a:t>
            </a:r>
            <a:endParaRPr lang="en-CA" sz="10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374C70-8B48-8D26-E33E-D832C700177E}"/>
              </a:ext>
            </a:extLst>
          </p:cNvPr>
          <p:cNvSpPr/>
          <p:nvPr/>
        </p:nvSpPr>
        <p:spPr>
          <a:xfrm>
            <a:off x="5388746" y="692457"/>
            <a:ext cx="549743" cy="415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AwayScore</a:t>
            </a:r>
            <a:endParaRPr lang="en-US" sz="10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7C3B98-EBCE-FA43-C296-FBB6DCEEF2B4}"/>
              </a:ext>
            </a:extLst>
          </p:cNvPr>
          <p:cNvSpPr/>
          <p:nvPr/>
        </p:nvSpPr>
        <p:spPr>
          <a:xfrm>
            <a:off x="5379196" y="1183689"/>
            <a:ext cx="549743" cy="415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homeScore</a:t>
            </a:r>
            <a:endParaRPr lang="en-US" sz="1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FE847DF-BF99-7945-A2CF-AC8099116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790" y="2638459"/>
            <a:ext cx="333422" cy="14289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4EE2E22-9342-AFDB-E64C-875606D50D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225847" y="2627637"/>
            <a:ext cx="171474" cy="20005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CEE6ED1-D11E-6D67-E817-098463DECE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2090" y="0"/>
            <a:ext cx="4515480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615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81D817-BAC8-9608-5068-5E2B59F11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235" y="3109868"/>
            <a:ext cx="2905530" cy="6382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DCCFF8-D645-563E-DB26-18C793FD3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09" y="403658"/>
            <a:ext cx="2905530" cy="63826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AF59FFF-0115-6AD4-24E2-49D5D50364F4}"/>
              </a:ext>
            </a:extLst>
          </p:cNvPr>
          <p:cNvSpPr/>
          <p:nvPr/>
        </p:nvSpPr>
        <p:spPr>
          <a:xfrm>
            <a:off x="4776186" y="3220375"/>
            <a:ext cx="452762" cy="4549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headshot</a:t>
            </a:r>
            <a:endParaRPr lang="en-CA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381CAC-7E29-7DA6-8CAD-9F8A249A1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183" y="403658"/>
            <a:ext cx="2905530" cy="6382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DE73DE1-1673-0C72-DCA6-2792D7B46640}"/>
              </a:ext>
            </a:extLst>
          </p:cNvPr>
          <p:cNvSpPr/>
          <p:nvPr/>
        </p:nvSpPr>
        <p:spPr>
          <a:xfrm>
            <a:off x="5303751" y="3215823"/>
            <a:ext cx="498038" cy="1489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fName</a:t>
            </a:r>
            <a:endParaRPr lang="en-US" sz="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4A25DF-DEB0-C16E-55A9-C7A3E77DA657}"/>
              </a:ext>
            </a:extLst>
          </p:cNvPr>
          <p:cNvSpPr/>
          <p:nvPr/>
        </p:nvSpPr>
        <p:spPr>
          <a:xfrm>
            <a:off x="5757994" y="3217300"/>
            <a:ext cx="498038" cy="1489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LName</a:t>
            </a:r>
            <a:endParaRPr lang="en-US" sz="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3A6018-5C4C-CE3A-703A-EFC67E0D8D91}"/>
              </a:ext>
            </a:extLst>
          </p:cNvPr>
          <p:cNvSpPr/>
          <p:nvPr/>
        </p:nvSpPr>
        <p:spPr>
          <a:xfrm>
            <a:off x="6279051" y="3215823"/>
            <a:ext cx="192015" cy="1489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BCA039-0E14-3374-6E64-2C17F79967B9}"/>
              </a:ext>
            </a:extLst>
          </p:cNvPr>
          <p:cNvSpPr/>
          <p:nvPr/>
        </p:nvSpPr>
        <p:spPr>
          <a:xfrm>
            <a:off x="6512914" y="3215931"/>
            <a:ext cx="309243" cy="1489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str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C22453-511E-7FD8-9E4C-6428CA7DE7B1}"/>
              </a:ext>
            </a:extLst>
          </p:cNvPr>
          <p:cNvSpPr/>
          <p:nvPr/>
        </p:nvSpPr>
        <p:spPr>
          <a:xfrm>
            <a:off x="5293827" y="3394857"/>
            <a:ext cx="662889" cy="1489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aName1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19A6B9-A400-9A3E-FE18-751F33EDEFD1}"/>
              </a:ext>
            </a:extLst>
          </p:cNvPr>
          <p:cNvSpPr/>
          <p:nvPr/>
        </p:nvSpPr>
        <p:spPr>
          <a:xfrm>
            <a:off x="5969087" y="3403735"/>
            <a:ext cx="211217" cy="1489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A1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01543E-0E95-DD34-43FA-1215D0247EAF}"/>
              </a:ext>
            </a:extLst>
          </p:cNvPr>
          <p:cNvSpPr/>
          <p:nvPr/>
        </p:nvSpPr>
        <p:spPr>
          <a:xfrm>
            <a:off x="6670428" y="3403735"/>
            <a:ext cx="211217" cy="1489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A2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B26760-DA57-05BF-FA33-336C6AD9F8A4}"/>
              </a:ext>
            </a:extLst>
          </p:cNvPr>
          <p:cNvSpPr/>
          <p:nvPr/>
        </p:nvSpPr>
        <p:spPr>
          <a:xfrm>
            <a:off x="6228817" y="3405209"/>
            <a:ext cx="411602" cy="1489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aName2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AFB82F-B9D1-CFBF-D3B2-22B9FBDCF193}"/>
              </a:ext>
            </a:extLst>
          </p:cNvPr>
          <p:cNvSpPr/>
          <p:nvPr/>
        </p:nvSpPr>
        <p:spPr>
          <a:xfrm>
            <a:off x="5278905" y="3556135"/>
            <a:ext cx="411602" cy="1489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aScor</a:t>
            </a:r>
            <a:endParaRPr lang="en-US" sz="8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5E2368-F8FA-341A-C9D8-976BF6B9567D}"/>
              </a:ext>
            </a:extLst>
          </p:cNvPr>
          <p:cNvSpPr/>
          <p:nvPr/>
        </p:nvSpPr>
        <p:spPr>
          <a:xfrm>
            <a:off x="5759786" y="3557610"/>
            <a:ext cx="411602" cy="1489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hScr</a:t>
            </a:r>
            <a:endParaRPr lang="en-US" sz="8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ACC84D-723B-C3F3-9CC4-E8F57AE528DE}"/>
              </a:ext>
            </a:extLst>
          </p:cNvPr>
          <p:cNvSpPr/>
          <p:nvPr/>
        </p:nvSpPr>
        <p:spPr>
          <a:xfrm>
            <a:off x="6212676" y="3559089"/>
            <a:ext cx="662889" cy="1489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2222179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Avery Jordan Briggs</dc:creator>
  <cp:lastModifiedBy>Avery Jordan Briggs</cp:lastModifiedBy>
  <cp:revision>1</cp:revision>
  <dcterms:created xsi:type="dcterms:W3CDTF">2026-03-02T15:21:35Z</dcterms:created>
  <dcterms:modified xsi:type="dcterms:W3CDTF">2026-03-02T15:21:57Z</dcterms:modified>
</cp:coreProperties>
</file>